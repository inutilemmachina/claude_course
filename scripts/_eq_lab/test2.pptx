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2.3. Biztonsági tartalék</a:t>
            </a:r>
          </a:p>
          <a:p>
            <a:r>
              <a:t>Mivel a surge vonal helye bizonytalan, biztonsági ráhagyást tartunk.</a:t>
            </a:r>
          </a:p>
          <a:p>
            <a:r>
              <a:t>ahol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o</m:t>
                        </m:r>
                      </m:sub>
                    </m:sSub>
                  </m:oMath>
                </a14:m>
              </mc:Choice>
              <mc:Fallback>
                <a:r>
                  <a:t>P_o</a:t>
                </a:r>
              </mc:Fallback>
            </mc:AlternateContent>
            <a:r>
              <a:t> és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mc:Choice>
              <mc:Fallback>
                <a:r>
                  <a:t>P_i</a:t>
                </a:r>
              </mc:Fallback>
            </mc:AlternateContent>
            <a:r>
              <a:t> a ki- és belépő össznyomás,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t>SA</m:t>
                    </m:r>
                  </m:oMath>
                </a14:m>
              </mc:Choice>
              <mc:Fallback>
                <a:r>
                  <a:t>SA</a:t>
                </a:r>
              </mc:Fallback>
            </mc:AlternateContent>
            <a:r>
              <a:t> a surge-elkerülési pont.</a:t>
            </a:r>
          </a:p>
          <a:p>
            <a:r>
              <a:t>A B-paraméter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m:t>U</m:t>
                        </m:r>
                      </m:num>
                      <m:den>
                        <m:r>
                          <m:t>2a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sSub>
                              <m:e>
                                <m:r>
                                  <m:t>V</m:t>
                                </m:r>
                              </m:e>
                              <m:sub>
                                <m:r>
                                  <m:t>p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m:t>A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</m:sSub>
                            <m:sSub>
                              <m:e>
                                <m:r>
                                  <m:t>L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</mc:Choice>
              <mc:Fallback>
                <a:r>
                  <a:t>B = \frac{U}{2a}\sqrt{\frac{V_p}{A_c L_c}}</a:t>
                </a:r>
              </mc:Fallback>
            </mc:AlternateContent>
            <a:r>
              <a:t> dönti el a típust.</a:t>
            </a:r>
          </a:p>
          <a:p>
            <a:pPr algn="ctr"/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t>SM=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o</m:t>
                                      </m:r>
                                    </m:sub>
                                  </m:sSub>
                                  <m:r>
                                    <m:t>/</m:t>
                                  </m:r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m:t>)</m:t>
                                      </m:r>
                                    </m:e>
                                    <m:sub>
                                      <m:r>
                                        <m:t>Surge</m:t>
                                      </m:r>
                                    </m:sub>
                                  </m:sSub>
                                  <m:r>
                                    <m:t>−</m:t>
                                  </m:r>
                                  <m:r>
                                    <m:t>(</m:t>
                                  </m:r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o</m:t>
                                      </m:r>
                                    </m:sub>
                                  </m:sSub>
                                  <m:r>
                                    <m:t>/</m:t>
                                  </m:r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t>SA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o</m:t>
                                      </m:r>
                                    </m:sub>
                                  </m:sSub>
                                  <m:r>
                                    <m:t>/</m:t>
                                  </m:r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t>SA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>
                <a:r>
                  <a:t>SM = \frac{(P_o/P_i)_{Surge} - (P_o/P_i)_{SA}}{(P_o/P_i)_{SA}}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